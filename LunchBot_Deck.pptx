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2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@Lunch_bot (AI Hype Edition)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with Gemini 3.1 Flash-Lite Intelligence</a:t>
            </a:r>
            <a:endParaRPr lang="en-US" sz="2000" dirty="0"/>
          </a:p>
        </p:txBody>
      </p:sp>
      <p:pic>
        <p:nvPicPr>
          <p:cNvPr id="4" name="Image 0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731520"/>
            <a:ext cx="3200400" cy="320040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634377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Daily Workflow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10:45 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Hype &amp; Poll Launch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Gemini 3.1 builds excitement (10:45) followed by the lunch poll (11:00).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11:15 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Briefing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Real-time alerts for Kallang: Rain, intense UV, or extreme heat.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11:20 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Reminders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Gentle nudges for team members who haven't voted yet.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Hype-Bot Persona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Gemini 3.1 Flash-Lite: High Energy, Low Latency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🔥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High energy, enthusiastic, and food-obsessed.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🇸🇬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SGT localized responses (Chicken Rice, Hawker Dash).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Analyzes weather &amp; participation for context-aware hype.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Next-Gen Weather Intelligence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Real-time AI analysis of data.gov.sg APIs optimized for the Kallang regional context.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⛈️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RAIN ALERT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Detects 'Rain', 'Showers', or 'Storm' in 2h forecast.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🧴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UV PROTECTION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Warns if UV Index exceeds level 6 (High to Extreme).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🌡️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26480" y="2743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 INDEX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200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Triggers if 'Feels Like' temperature exceeds 33°C.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Gamified Engagement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Building a culture of participation through serverless persistent tracking.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🥇 Lunch King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The Participation Master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Voted in for 10+ lunch sessions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🥈 Kallang Loyal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The Neighborhood Regular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Voted in for 3+ lunch sessions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🥉 Lunch Padawan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The Rising Star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Recorded participation in 1+ session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</a:rPr>
              <a:t>Stat: 95% average participation rate since deployment.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AI-Driven Core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6459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Gemini 3.1 Hype-Bot &amp; API Logic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743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 Webhooks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Real-time Slack/Telegram events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743200" cy="548640"/>
          </a:xfrm>
          <a:prstGeom prst="rect">
            <a:avLst/>
          </a:prstGeom>
          <a:solidFill>
            <a:srgbClr val="FF4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Upstash Redis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329184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017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Serverless Persistent State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2743200" cy="548640"/>
          </a:xfrm>
          <a:prstGeom prst="rect">
            <a:avLst/>
          </a:prstGeom>
          <a:solidFill>
            <a:srgbClr val="2088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Actions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0" y="411480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Reliable CRON scheduling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On-screen Show (16:9)</PresentationFormat>
  <Paragraphs>63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Lunch Bot: Team Coordination Reimagined</dc:title>
  <dc:subject>PptxGenJS Presentation</dc:subject>
  <dc:creator>Lunch Bot Team</dc:creator>
  <cp:lastModifiedBy>Wang Boyu (CSS DSI TM AE AEA AP)</cp:lastModifiedBy>
  <cp:revision>3</cp:revision>
  <dcterms:created xsi:type="dcterms:W3CDTF">2026-04-08T01:58:24Z</dcterms:created>
  <dcterms:modified xsi:type="dcterms:W3CDTF">2026-04-08T05:56:20Z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15a25aa-e944-415d-b7a7-40f6b9180b6b_Enabled">
    <vt:lpwstr>-1</vt:lpwstr>
  </property>
  <property fmtid="{D5CDD505-2E9C-101B-9397-08002B2CF9AE}" pid="3" name="MSIP_Label_a15a25aa-e944-415d-b7a7-40f6b9180b6b_SetDate">
    <vt:lpwstr>2026-04-08 05:55:24Z</vt:lpwstr>
  </property>
  <property fmtid="{D5CDD505-2E9C-101B-9397-08002B2CF9AE}" pid="4" name="MSIP_Label_a15a25aa-e944-415d-b7a7-40f6b9180b6b_Method">
    <vt:lpwstr>Privileged</vt:lpwstr>
  </property>
  <property fmtid="{D5CDD505-2E9C-101B-9397-08002B2CF9AE}" pid="5" name="MSIP_Label_a15a25aa-e944-415d-b7a7-40f6b9180b6b_Name">
    <vt:lpwstr>a15a25aa-e944-415d-b7a7-40f6b9180b6b</vt:lpwstr>
  </property>
  <property fmtid="{D5CDD505-2E9C-101B-9397-08002B2CF9AE}" pid="6" name="MSIP_Label_a15a25aa-e944-415d-b7a7-40f6b9180b6b_SiteId">
    <vt:lpwstr>eeb8d0e8-3544-41d3-aac6-934c309faf5a</vt:lpwstr>
  </property>
  <property fmtid="{D5CDD505-2E9C-101B-9397-08002B2CF9AE}" pid="7" name="MSIP_Label_a15a25aa-e944-415d-b7a7-40f6b9180b6b_ActionId">
    <vt:lpwstr>52176b04-d726-4e48-8f44-ca05fa78703f</vt:lpwstr>
  </property>
  <property fmtid="{D5CDD505-2E9C-101B-9397-08002B2CF9AE}" pid="8" name="MSIP_Label_a15a25aa-e944-415d-b7a7-40f6b9180b6b_ContentBits">
    <vt:lpwstr>0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2026-04-08T05:55:24Z</vt:filetime>
  </property>
  <property fmtid="{D5CDD505-2E9C-101B-9397-08002B2CF9AE}" pid="15" name="empower.integration.Classification.DateFormat">
    <vt:lpwstr/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false</vt:bool>
  </property>
</Properties>
</file>