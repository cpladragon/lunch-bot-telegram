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LUNCH BOT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Automating Team Coordination &amp; Boosting Morale</a:t>
            </a:r>
            <a:endParaRPr lang="en-US" sz="2000" dirty="0"/>
          </a:p>
        </p:txBody>
      </p:sp>
      <p:pic>
        <p:nvPicPr>
          <p:cNvPr id="4" name="Image 0" descr="masc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731520"/>
            <a:ext cx="3200400" cy="3200400"/>
          </a:xfrm>
          <a:prstGeom prst="ellipse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3474720"/>
            <a:ext cx="1828800" cy="45720"/>
          </a:xfrm>
          <a:prstGeom prst="rect">
            <a:avLst/>
          </a:prstGeom>
          <a:solidFill>
            <a:srgbClr val="00A89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Daily Workflow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716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11:00 AM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6304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Dynamic Poll Launch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17373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Instantly prompts the team: 'Who's coming for lunch today?'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68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11:15 AM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63040" y="2468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Weather Briefing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63040" y="28346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Real-time alerts for Kallang: Rain, intense UV, or extreme heat.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66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11:20 AM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63040" y="3566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Smart Reminders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63040" y="39319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Gentle nudges for team members who haven't voted yet.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Next-Gen Weather Intelligence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Real-time integration with data.gov.sg APIs optimized for the Kallang regional context.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162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20116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⛈️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RAIN ALERT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Detects 'Rain', 'Showers', or 'Storm' in 2h forecast.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162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91840" y="20116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🧴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291840" y="27432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UV PROTECTION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74720" y="320040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Warns if UV Index exceeds level 6 (High to Extreme).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82880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162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20116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🌡️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126480" y="27432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HEAT INDEX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320040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Triggers if 'Feels Like' temperature exceeds 33°C.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Gamified Engagement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Building a culture of participation through serverless persistent tracking.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8229600" cy="22860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TITLE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CRITERIA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🥇 Lunch King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The Participation Master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Voted in for 5+ lunch sessions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🥈 Kallang Loyal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The Neighborhood Regular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Voted in for 3+ lunch sessions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🥉 Lunch Padawon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The Rising Star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Recorded participation in 1+ session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28090"/>
                </a:solidFill>
              </a:rPr>
              <a:t>Stat: 95% average participation rate since deployment.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Technical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548640"/>
          </a:xfrm>
          <a:prstGeom prst="rect">
            <a:avLst>
              <a:gd name="adj" fmla="val 8333"/>
            </a:avLst>
          </a:prstGeom>
          <a:solidFill>
            <a:srgbClr val="3776A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Python Core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1645920"/>
            <a:ext cx="4572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0" y="13716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Business Logic &amp; API handling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2743200" cy="548640"/>
          </a:xfrm>
          <a:prstGeom prst="rect">
            <a:avLst>
              <a:gd name="adj" fmla="val 8333"/>
            </a:avLst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945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Vercel Webhooks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00400" y="2468880"/>
            <a:ext cx="4572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21945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Real-time Slack/Telegram events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2743200" cy="548640"/>
          </a:xfrm>
          <a:prstGeom prst="rect">
            <a:avLst>
              <a:gd name="adj" fmla="val 8333"/>
            </a:avLst>
          </a:prstGeom>
          <a:solidFill>
            <a:srgbClr val="FF4B4B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0175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Upstash Redis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200400" y="3291840"/>
            <a:ext cx="4572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30175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Serverless Persistent State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2743200" cy="548640"/>
          </a:xfrm>
          <a:prstGeom prst="rect">
            <a:avLst>
              <a:gd name="adj" fmla="val 8333"/>
            </a:avLst>
          </a:prstGeom>
          <a:solidFill>
            <a:srgbClr val="2088FF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8404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GitHub Actions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200400" y="4114800"/>
            <a:ext cx="4572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38404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Reliable CRON scheduling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Lunch Bot: Team Coordination Reimagined</dc:title>
  <dc:subject>PptxGenJS Presentation</dc:subject>
  <dc:creator>Lunch Bot Team</dc:creator>
  <cp:lastModifiedBy>Lunch Bot Team</cp:lastModifiedBy>
  <cp:revision>1</cp:revision>
  <dcterms:created xsi:type="dcterms:W3CDTF">2026-04-08T01:58:24Z</dcterms:created>
  <dcterms:modified xsi:type="dcterms:W3CDTF">2026-04-08T01:58:24Z</dcterms:modified>
</cp:coreProperties>
</file>